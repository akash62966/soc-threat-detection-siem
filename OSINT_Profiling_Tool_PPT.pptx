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10972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89904" cy="109728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94960" y="731520"/>
            <a:ext cx="1371600" cy="137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749808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Social Media OSINT Profiling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  <a:latin typeface="Calibri"/>
              </a:rPr>
              <a:t>A GitHub Intelligence Web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931920"/>
            <a:ext cx="5788152" cy="2743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BB"/>
                </a:solidFill>
                <a:latin typeface="Calibri"/>
              </a:rPr>
              <a:t>College Mini Project  |  Python Flask  |  GitHub Public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BB"/>
                </a:solidFill>
                <a:latin typeface="Calibri"/>
              </a:rPr>
              <a:t>Built with: Python  •  Flask  •  SQLite  •  ReportLab  •  Bootstrap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394960"/>
            <a:ext cx="9445752" cy="548640"/>
          </a:xfrm>
          <a:prstGeom prst="rect">
            <a:avLst/>
          </a:prstGeom>
          <a:solidFill>
            <a:srgbClr val="1A1A0A"/>
          </a:solidFill>
          <a:ln w="12700">
            <a:solidFill>
              <a:srgbClr val="C8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107"/>
                </a:solidFill>
                <a:latin typeface="Calibri"/>
              </a:rPr>
              <a:t>⚠  For educational purposes only. Uses only publicly available GitHub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8EF7"/>
                </a:solidFill>
                <a:latin typeface="Calibri"/>
              </a:rPr>
              <a:t>What is OSINT?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57432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OSINT stands for Open Source Intelligence — the practice of collecting and analyzing
information from publicly available sources such as websites, social media, and public APIs.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2651760" cy="155448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Public Websites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News, blogs, forums, official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286000"/>
            <a:ext cx="2651760" cy="155448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Social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546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Public profiles, posts, bios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286000"/>
            <a:ext cx="2651760" cy="155448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Public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546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GitHub, Twitter, LinkedIn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2286000"/>
            <a:ext cx="2651760" cy="155448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3252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Public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1546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Government data, company filings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▸  Used by security researchers, journalists, and law enforcement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▸  Ethical and legal — only uses data that is intentionally made public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▸  No hacking, no bypassing authentication, no private data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9B59F7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BB"/>
                </a:solidFill>
                <a:latin typeface="Calibri"/>
              </a:rPr>
              <a:t>A web-based OSINT tool that analyzes GitHub public profiles — built entirely with Python Flask.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4114800"/>
          </a:xfrm>
          <a:prstGeom prst="rect">
            <a:avLst/>
          </a:prstGeom>
          <a:solidFill>
            <a:srgbClr val="111130"/>
          </a:solidFill>
          <a:ln w="1270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F7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Search any GitHub username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Fetch public profile information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Display repos, followers, stats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Save search history to SQLite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Generate downloadable PDF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2560320" cy="411480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Project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031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060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Cybersecurity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08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Beginner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611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611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GitHub 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114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BB"/>
                </a:solidFill>
                <a:latin typeface="Calibri"/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6177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Python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1554480"/>
            <a:ext cx="3063240" cy="4114800"/>
          </a:xfrm>
          <a:prstGeom prst="rect">
            <a:avLst/>
          </a:prstGeom>
          <a:solidFill>
            <a:srgbClr val="11113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2396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Calibri"/>
              </a:rPr>
              <a:t>Zero Cost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0574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No API keys needed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No registration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No paid services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No login required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Works offline (DB)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7315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7"/>
                </a:solidFill>
                <a:latin typeface="Calibri"/>
              </a:rPr>
              <a:t>🐍  Python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28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Core programming language.
Backend logic &amp; API calls.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5661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188720"/>
            <a:ext cx="35661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  <a:latin typeface="Calibri"/>
              </a:rPr>
              <a:t>🌶️  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28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Lightweight web framework.
Routes, templates &amp; responses.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🌐  GitHub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28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Official public REST API v3.
No authentication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35661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356616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676"/>
                </a:solidFill>
                <a:latin typeface="Calibri"/>
              </a:rPr>
              <a:t>🗃️  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114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Embedded relational database.
Stores search history locally.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474720"/>
            <a:ext cx="35661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51960" y="3474720"/>
            <a:ext cx="356616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  <a:latin typeface="Calibri"/>
              </a:rPr>
              <a:t>📄  ReportLab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114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PDF generation library.
Creates downloadable OSINT report.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474720"/>
            <a:ext cx="35661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474720"/>
            <a:ext cx="3566160" cy="73152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59F7"/>
                </a:solidFill>
                <a:latin typeface="Calibri"/>
              </a:rPr>
              <a:t>🎨  Bootstrap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1148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Responsive CSS framework.
Modern dark UI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8EF7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468880" cy="1645920"/>
          </a:xfrm>
          <a:prstGeom prst="rect">
            <a:avLst/>
          </a:prstGeom>
          <a:solidFill>
            <a:srgbClr val="1111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4688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👤 User
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HTML Form
(index.html)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828800"/>
            <a:ext cx="2468880" cy="1645920"/>
          </a:xfrm>
          <a:prstGeom prst="rect">
            <a:avLst/>
          </a:prstGeom>
          <a:solidFill>
            <a:srgbClr val="111130"/>
          </a:solidFill>
          <a:ln w="1270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828800"/>
            <a:ext cx="2468880" cy="64008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93852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59F7"/>
                </a:solidFill>
                <a:latin typeface="Calibri"/>
              </a:rPr>
              <a:t>🌶️ Flask
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97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app.py
Python routes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2468880" cy="164592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828800"/>
            <a:ext cx="2468880" cy="640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93852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7"/>
                </a:solidFill>
                <a:latin typeface="Calibri"/>
              </a:rPr>
              <a:t>🐙 GitHub
Public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97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api.github.com
Free / No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828800"/>
            <a:ext cx="2468880" cy="1645920"/>
          </a:xfrm>
          <a:prstGeom prst="rect">
            <a:avLst/>
          </a:prstGeom>
          <a:solidFill>
            <a:srgbClr val="11113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828800"/>
            <a:ext cx="2468880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193852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676"/>
                </a:solidFill>
                <a:latin typeface="Calibri"/>
              </a:rPr>
              <a:t>🗃️ SQLite
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97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BB"/>
                </a:solidFill>
                <a:latin typeface="Calibri"/>
              </a:rPr>
              <a:t>osint_history.db
Local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423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8EF7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423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8EF7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23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8EF7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57432" cy="1645920"/>
          </a:xfrm>
          <a:prstGeom prst="rect">
            <a:avLst/>
          </a:prstGeom>
          <a:solidFill>
            <a:srgbClr val="0F214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840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Data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6052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1. User enters GitHub username in the browser search form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2. Flask receives the request and calls the GitHub Public REST API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3. GitHub returns public JSON data — Flask parses and sends to frontend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4. Search is logged in SQLite database  |  User can export a PDF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676"/>
                </a:solidFill>
                <a:latin typeface="Calibr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  <a:latin typeface="Calibri"/>
              </a:rPr>
              <a:t>🔍  GitHub Profile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Search any public GitHub username instantly.
No login, no API key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F7"/>
                </a:solidFill>
                <a:latin typeface="Calibri"/>
              </a:rPr>
              <a:t>👤  Profile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Name, bio, avatar, location,
account creation date displayed.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📊  Stats &amp;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Followers, following, and total
public repository count shown.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188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280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Calibri"/>
              </a:rPr>
              <a:t>📁  Repository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37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Top 10 repos sorted by stars.
Shows name, language, description.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566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🗃️  Search History (SQLite)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23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Every search saved locally.
View and clear history anytime.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474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3566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📄  PDF Report Download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023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One-click PDF export of full
OSINT profile report via ReportLab.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74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88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566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BB"/>
                </a:solidFill>
                <a:latin typeface="Calibri"/>
              </a:rPr>
              <a:t>⚠️  Error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023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Handles empty input, 404 not found,
API rate limit &amp; network errors.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474720"/>
            <a:ext cx="2651760" cy="1920240"/>
          </a:xfrm>
          <a:prstGeom prst="rect">
            <a:avLst/>
          </a:prstGeom>
          <a:solidFill>
            <a:srgbClr val="1111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3566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📱  Responsive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0233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Bootstrap 5 dark theme works on
desktop, tablet, and mobile.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9B59F7"/>
                </a:solidFill>
                <a:latin typeface="Calibri"/>
              </a:rPr>
              <a:t>How It Works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640080" cy="9144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188720"/>
            <a:ext cx="10698480" cy="91440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252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User Opens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26187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BB"/>
                </a:solidFill>
                <a:latin typeface="Calibri"/>
              </a:rPr>
              <a:t>Opens http://127.0.0.1:5000 in browser.
Sees the dark-themed home page with a search box.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76272"/>
            <a:ext cx="640080" cy="91440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176272"/>
            <a:ext cx="10698480" cy="914400"/>
          </a:xfrm>
          <a:prstGeom prst="rect">
            <a:avLst/>
          </a:prstGeom>
          <a:solidFill>
            <a:srgbClr val="111130"/>
          </a:solidFill>
          <a:ln w="1270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F7"/>
                </a:solidFill>
                <a:latin typeface="Calibri"/>
              </a:rPr>
              <a:t>Enter GitHub Username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49424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BB"/>
                </a:solidFill>
                <a:latin typeface="Calibri"/>
              </a:rPr>
              <a:t>Types a GitHub username (e.g. 'torvalds')
and clicks the Analyze button.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64008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3649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63824"/>
            <a:ext cx="10698480" cy="914400"/>
          </a:xfrm>
          <a:prstGeom prst="rect">
            <a:avLst/>
          </a:prstGeom>
          <a:solidFill>
            <a:srgbClr val="1111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227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Flask Calls GitHub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36976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BB"/>
                </a:solidFill>
                <a:latin typeface="Calibri"/>
              </a:rPr>
              <a:t>app.py sends a GET request to:
api.github.com/users/{username}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51376"/>
            <a:ext cx="640080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3525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151376"/>
            <a:ext cx="10698480" cy="914400"/>
          </a:xfrm>
          <a:prstGeom prst="rect">
            <a:avLst/>
          </a:prstGeom>
          <a:solidFill>
            <a:srgbClr val="11113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2153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Calibri"/>
              </a:rPr>
              <a:t>GitHub Returns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245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BB"/>
                </a:solidFill>
                <a:latin typeface="Calibri"/>
              </a:rPr>
              <a:t>JSON response with public profile data —
name, bio, location, repos, followers, etc.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38928"/>
            <a:ext cx="64008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3400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138928"/>
            <a:ext cx="10698480" cy="914400"/>
          </a:xfrm>
          <a:prstGeom prst="rect">
            <a:avLst/>
          </a:prstGeom>
          <a:solidFill>
            <a:srgbClr val="11113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40" y="5202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Calibri"/>
              </a:rPr>
              <a:t>Results Displayed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212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BB"/>
                </a:solidFill>
                <a:latin typeface="Calibri"/>
              </a:rPr>
              <a:t>Profile card + repository cards shown on page.
Animated fade-in with all details.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126480"/>
            <a:ext cx="64008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3276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6126480"/>
            <a:ext cx="10698480" cy="914400"/>
          </a:xfrm>
          <a:prstGeom prst="rect">
            <a:avLst/>
          </a:prstGeom>
          <a:solidFill>
            <a:srgbClr val="11113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34440" y="6190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History Saved &amp;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19963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BB"/>
                </a:solidFill>
                <a:latin typeface="Calibri"/>
              </a:rPr>
              <a:t>Search is saved in SQLite database.
User can download a PDF OSINT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676"/>
                </a:solidFill>
                <a:latin typeface="Calibri"/>
              </a:rPr>
              <a:t>Database Design —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029200" cy="4937760"/>
          </a:xfrm>
          <a:prstGeom prst="rect">
            <a:avLst/>
          </a:prstGeom>
          <a:solidFill>
            <a:srgbClr val="11113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Why SQLite?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No server setup needed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Data stored as a single .db file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Auto-created on first run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Perfect for small projects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Built into Python (no install needed)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▸  Supports full SQL 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97280"/>
            <a:ext cx="6035040" cy="228600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7"/>
                </a:solidFill>
                <a:latin typeface="Calibri"/>
              </a:rPr>
              <a:t>Table: search_history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645920"/>
            <a:ext cx="6035040" cy="42062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664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64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64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084832"/>
            <a:ext cx="6035040" cy="420624"/>
          </a:xfrm>
          <a:prstGeom prst="rect">
            <a:avLst/>
          </a:prstGeom>
          <a:solidFill>
            <a:srgbClr val="11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107"/>
                </a:solidFill>
                <a:latin typeface="Calibri"/>
              </a:rPr>
              <a:t>INTEGER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BB"/>
                </a:solidFill>
                <a:latin typeface="Calibri"/>
              </a:rPr>
              <a:t>Auto-increment primary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523744"/>
            <a:ext cx="6035040" cy="420624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username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107"/>
                </a:solidFill>
                <a:latin typeface="Calibri"/>
              </a:rPr>
              <a:t>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542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BB"/>
                </a:solidFill>
                <a:latin typeface="Calibri"/>
              </a:rPr>
              <a:t>GitHub username searched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962656"/>
            <a:ext cx="6035040" cy="420624"/>
          </a:xfrm>
          <a:prstGeom prst="rect">
            <a:avLst/>
          </a:prstGeom>
          <a:solidFill>
            <a:srgbClr val="11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29809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searched_at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9809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107"/>
                </a:solidFill>
                <a:latin typeface="Calibri"/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9809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BB"/>
                </a:solidFill>
                <a:latin typeface="Calibri"/>
              </a:rPr>
              <a:t>Date &amp; time of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566160"/>
            <a:ext cx="6035040" cy="2286000"/>
          </a:xfrm>
          <a:prstGeom prst="rect">
            <a:avLst/>
          </a:prstGeom>
          <a:solidFill>
            <a:srgbClr val="060A14"/>
          </a:solidFill>
          <a:ln w="12700">
            <a:solidFill>
              <a:srgbClr val="88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BB"/>
                </a:solidFill>
                <a:latin typeface="Calibri"/>
              </a:rPr>
              <a:t>SQL — Auto-runs on startup: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0233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676"/>
                </a:solidFill>
                <a:latin typeface="Calibri"/>
              </a:rPr>
              <a:t>CREATE TABLE IF NOT EXISTS search_history (
    id          INTEGER PRIMARY KEY AUTOINCREMENT,
    username    TEXT NOT NULL,
    searched_at TEXT NOT NULL
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74C3C"/>
                </a:solidFill>
                <a:latin typeface="Calibri"/>
              </a:rPr>
              <a:t>Error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The tool handles all common failure cases gracefully — no crashes.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463040"/>
            <a:ext cx="10515600" cy="777240"/>
          </a:xfrm>
          <a:prstGeom prst="rect">
            <a:avLst/>
          </a:prstGeom>
          <a:solidFill>
            <a:srgbClr val="11113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1517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Calibri"/>
              </a:rPr>
              <a:t>Empty Username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17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Problem: User submits form without typing a username.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✔ Frontend JavaScript validates the input immediately before sending to server.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04872"/>
            <a:ext cx="54864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404872"/>
            <a:ext cx="10515600" cy="777240"/>
          </a:xfrm>
          <a:prstGeom prst="rect">
            <a:avLst/>
          </a:prstGeom>
          <a:solidFill>
            <a:srgbClr val="11113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24597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User Not Found (404)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597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Problem: The GitHub username does not exist.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16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✔ GitHub API returns 404. Flask returns a clear 'User not found' message.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46704"/>
            <a:ext cx="548640" cy="77724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48386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346704"/>
            <a:ext cx="10515600" cy="777240"/>
          </a:xfrm>
          <a:prstGeom prst="rect">
            <a:avLst/>
          </a:prstGeom>
          <a:solidFill>
            <a:srgbClr val="111130"/>
          </a:solidFill>
          <a:ln w="1270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401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F7"/>
                </a:solidFill>
                <a:latin typeface="Calibri"/>
              </a:rPr>
              <a:t>Request 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01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Problem: GitHub takes too long to respond.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758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✔ requests.get() uses timeout=10s. Timeout error caught and shown to user.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88536"/>
            <a:ext cx="548640" cy="7772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4256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288536"/>
            <a:ext cx="10515600" cy="777240"/>
          </a:xfrm>
          <a:prstGeom prst="rect">
            <a:avLst/>
          </a:prstGeom>
          <a:solidFill>
            <a:srgbClr val="111130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No Internet Connection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343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Problem: Device has no network access.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000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✔ ConnectionError is caught. Friendly offline message is displayed.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30368"/>
            <a:ext cx="548640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53675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30368"/>
            <a:ext cx="10515600" cy="777240"/>
          </a:xfrm>
          <a:prstGeom prst="rect">
            <a:avLst/>
          </a:prstGeom>
          <a:solidFill>
            <a:srgbClr val="11113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5285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Calibri"/>
              </a:rPr>
              <a:t>API Rate Limit (403)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285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Problem: Too many requests in a short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6418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✔ HTTP 403 detected. Message tells user to wait 1 minute before retrying.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74C3C"/>
                </a:solidFill>
                <a:latin typeface="Calibri"/>
              </a:rPr>
              <a:t>PDF OSINT Report — ReportLab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4937760"/>
          </a:xfrm>
          <a:prstGeom prst="rect">
            <a:avLst/>
          </a:prstGeom>
          <a:solidFill>
            <a:srgbClr val="11113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📄  What's in the PDF Report?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▸  Report title with generation date/time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▸  Full profile table (username, name, bio, location)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▸  GitHub profile URL &amp; account creation date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▸  Follower, following &amp; repo count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▸  Top 10 repositories table (name, language, stars, description)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▸  Professional A4 formatted layout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▸  Ethical disclaimer at the bottom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5760720" cy="2286000"/>
          </a:xfrm>
          <a:prstGeom prst="rect">
            <a:avLst/>
          </a:prstGeom>
          <a:solidFill>
            <a:srgbClr val="11113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How PDF is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459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User clicks 'Download PDF Report' button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Flask /generate_pdf endpoint is called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ReportLab builds PDF in memory (BytesIO)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  ▸  Flask streams file as download to browser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566160"/>
            <a:ext cx="5760720" cy="2468880"/>
          </a:xfrm>
          <a:prstGeom prst="rect">
            <a:avLst/>
          </a:prstGeom>
          <a:solidFill>
            <a:srgbClr val="060A14"/>
          </a:solidFill>
          <a:ln w="12700">
            <a:solidFill>
              <a:srgbClr val="88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BB"/>
                </a:solidFill>
                <a:latin typeface="Calibri"/>
              </a:rPr>
              <a:t>Key Python Libraries Used: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02336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reportlab.platypus — SimpleDocTemplate, Table, Paragraph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reportlab.lib.styles — Font &amp; paragraph styles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reportlab.lib.colors — Custom hex color support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io.BytesIO — In-memory PDF (no temp files)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BB"/>
                </a:solidFill>
                <a:latin typeface="Calibri"/>
              </a:rPr>
              <a:t>Social Media OSINT Profiling Tool  |  College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BB"/>
                </a:solidFill>
                <a:latin typeface="Calibri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Live Demo — Test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BB"/>
                </a:solidFill>
                <a:latin typeface="Calibri"/>
              </a:rPr>
              <a:t>Tested with public GitHub username: torvalds (Linus Torvalds — Creator of Linux)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389120"/>
          </a:xfrm>
          <a:prstGeom prst="rect">
            <a:avLst/>
          </a:prstGeom>
          <a:solidFill>
            <a:srgbClr val="1111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✅  API Response (GitHub → torvalds)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486400" cy="3657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482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Username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0482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torvalds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86584"/>
            <a:ext cx="5486400" cy="365760"/>
          </a:xfrm>
          <a:prstGeom prst="rect">
            <a:avLst/>
          </a:prstGeom>
          <a:solidFill>
            <a:srgbClr val="14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Full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23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Linus Torvalds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5486400" cy="3657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798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9806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Portland, 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36392"/>
            <a:ext cx="5486400" cy="365760"/>
          </a:xfrm>
          <a:prstGeom prst="rect">
            <a:avLst/>
          </a:prstGeom>
          <a:solidFill>
            <a:srgbClr val="14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172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Followers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172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310,592+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11296"/>
            <a:ext cx="5486400" cy="3657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Following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86200"/>
            <a:ext cx="5486400" cy="365760"/>
          </a:xfrm>
          <a:prstGeom prst="rect">
            <a:avLst/>
          </a:prstGeom>
          <a:solidFill>
            <a:srgbClr val="14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922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Public Repos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9227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61104"/>
            <a:ext cx="5486400" cy="3657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Account 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Since 2011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36008"/>
            <a:ext cx="5486400" cy="365760"/>
          </a:xfrm>
          <a:prstGeom prst="rect">
            <a:avLst/>
          </a:prstGeom>
          <a:solidFill>
            <a:srgbClr val="14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6725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Repos Fetched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672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10 (sorted by stars)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10912"/>
            <a:ext cx="5486400" cy="3657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047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DB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047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Saved 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85816"/>
            <a:ext cx="5486400" cy="365760"/>
          </a:xfrm>
          <a:prstGeom prst="rect">
            <a:avLst/>
          </a:prstGeom>
          <a:solidFill>
            <a:srgbClr val="14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BB"/>
                </a:solidFill>
                <a:latin typeface="Calibri"/>
              </a:rP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422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Generated 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463040"/>
            <a:ext cx="5669280" cy="1965960"/>
          </a:xfrm>
          <a:prstGeom prst="rect">
            <a:avLst/>
          </a:prstGeom>
          <a:solidFill>
            <a:srgbClr val="060A1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1536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🖥️  Home Page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19202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Dark hero with gradient title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Search box with Analyze button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Profile card with avatar &amp; stats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Repo grid with stars &amp; language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Download PDF button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566160"/>
            <a:ext cx="5669280" cy="1920240"/>
          </a:xfrm>
          <a:prstGeom prst="rect">
            <a:avLst/>
          </a:prstGeom>
          <a:solidFill>
            <a:srgbClr val="060A14"/>
          </a:solidFill>
          <a:ln w="1270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3639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F7"/>
                </a:solidFill>
                <a:latin typeface="Calibri"/>
              </a:rPr>
              <a:t>📋  History Page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02336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Table of all past searches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Username + timestamp stored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Re-search one-click button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  ▸  Clear All History button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1438</Words>
  <Application>Microsoft Office PowerPoint</Application>
  <PresentationFormat>Custom</PresentationFormat>
  <Paragraphs>244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akashbabu62966@gmail.com</cp:lastModifiedBy>
  <cp:revision>2</cp:revision>
  <dcterms:created xsi:type="dcterms:W3CDTF">2013-01-27T09:14:16Z</dcterms:created>
  <dcterms:modified xsi:type="dcterms:W3CDTF">2026-07-07T03:26:58Z</dcterms:modified>
  <cp:category/>
</cp:coreProperties>
</file>