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188720"/>
            <a:ext cx="2926080" cy="3657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CLOUD DEPLOYED WEB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6B6D4"/>
                </a:solidFill>
                <a:latin typeface="Calibri"/>
              </a:defRPr>
            </a:pPr>
            <a:r>
              <a:t>ExploreLocal</a:t>
            </a:r>
          </a:p>
          <a:p>
            <a:pPr>
              <a:spcBef>
                <a:spcPts val="800"/>
              </a:spcBef>
              <a:defRPr sz="2200">
                <a:solidFill>
                  <a:srgbClr val="F8FAFC"/>
                </a:solidFill>
                <a:latin typeface="Calibri"/>
              </a:defRPr>
            </a:pPr>
            <a:r>
              <a:t>Step into the Intellectual Travel Destination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  <a:latin typeface="Calibri"/>
              </a:defRPr>
            </a:pPr>
            <a:r>
              <a:t>A modern web platform connecting travelers with rich, authentic local culture, heritage, and intellectual travel destinations.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4114800"/>
            <a:ext cx="9966960" cy="1645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206240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🌐 Live Deployment URL: https://explorelocal-avns.onrender.com/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🛠️ Tech Stack: MERN Stack (MongoDB, Express.js, React.js, Node.js)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🚀 Platform: Cloud Hosted on Render PaaS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EXPLORELOCAL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1. Project Overview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212080" cy="4663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⚠️ The Travel Problem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Superficial Sightseeing: </a:t>
            </a:r>
            <a:r>
              <a:rPr b="0">
                <a:solidFill>
                  <a:srgbClr val="94A3B8"/>
                </a:solidFill>
              </a:rPr>
              <a:t>Commercial travel tools push crowded tourist spots, missing deep local culture.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Lack of Intellectual Depth: </a:t>
            </a:r>
            <a:r>
              <a:rPr b="0">
                <a:solidFill>
                  <a:srgbClr val="94A3B8"/>
                </a:solidFill>
              </a:rPr>
              <a:t>Travelers seeking heritage, literature, and history struggle to find curated recommendations.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Fragmented Information: </a:t>
            </a:r>
            <a:r>
              <a:rPr b="0">
                <a:solidFill>
                  <a:srgbClr val="94A3B8"/>
                </a:solidFill>
              </a:rPr>
              <a:t>Local spots and authentic experiences remain scattered across unstructured sources.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Generic Platforms: </a:t>
            </a:r>
            <a:r>
              <a:rPr b="0">
                <a:solidFill>
                  <a:srgbClr val="94A3B8"/>
                </a:solidFill>
              </a:rPr>
              <a:t>Existing apps prioritize commercial ads rather than community-driven local exploration.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5212080" cy="4663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💡 The ExploreLocal Solution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Curated Intellectual Hub: </a:t>
            </a:r>
            <a:r>
              <a:rPr b="0">
                <a:solidFill>
                  <a:srgbClr val="94A3B8"/>
                </a:solidFill>
              </a:rPr>
              <a:t>Dedicated platform focusing on local heritage, intellectual spots, and cultural landmarks.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User Accounts &amp; Onboarding: </a:t>
            </a:r>
            <a:r>
              <a:rPr b="0">
                <a:solidFill>
                  <a:srgbClr val="94A3B8"/>
                </a:solidFill>
              </a:rPr>
              <a:t>Custom signup and login workflows for personalized traveler profiles.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Accessible Web Interface: </a:t>
            </a:r>
            <a:r>
              <a:rPr b="0">
                <a:solidFill>
                  <a:srgbClr val="94A3B8"/>
                </a:solidFill>
              </a:rPr>
              <a:t>Clean, mobile-responsive layout for seamless user navigation.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Live Cloud Hosting: </a:t>
            </a:r>
            <a:r>
              <a:rPr b="0">
                <a:solidFill>
                  <a:srgbClr val="94A3B8"/>
                </a:solidFill>
              </a:rPr>
              <a:t>Deployed on Render PaaS for continuous global availability.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EXPLORELOCAL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2. Technology Stack &amp; Architecture (MERN)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328416" cy="466344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FRONTEND (REACT &amp; UI)</a:t>
            </a:r>
          </a:p>
          <a:p>
            <a:pPr>
              <a:spcBef>
                <a:spcPts val="1400"/>
              </a:spcBef>
              <a:defRPr b="1" sz="1300">
                <a:solidFill>
                  <a:srgbClr val="F8FAFC"/>
                </a:solidFill>
              </a:defRPr>
            </a:pPr>
            <a:r>
              <a:t>▶ React.js Framework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Component-driven single-page architecture for fast UI rendering.</a:t>
            </a:r>
          </a:p>
          <a:p>
            <a:pPr>
              <a:spcBef>
                <a:spcPts val="1400"/>
              </a:spcBef>
              <a:defRPr b="1" sz="1300">
                <a:solidFill>
                  <a:srgbClr val="F8FAFC"/>
                </a:solidFill>
              </a:defRPr>
            </a:pPr>
            <a:r>
              <a:t>▶ HTML5 &amp; CSS3 / Tailwind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Modern responsive styling and layout components.</a:t>
            </a:r>
          </a:p>
          <a:p>
            <a:pPr>
              <a:spcBef>
                <a:spcPts val="1400"/>
              </a:spcBef>
              <a:defRPr b="1" sz="1300">
                <a:solidFill>
                  <a:srgbClr val="F8FAFC"/>
                </a:solidFill>
              </a:defRPr>
            </a:pPr>
            <a:r>
              <a:t>▶ Client-Side Routing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Seamless navigation between login, signup, and exploration views.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25696" y="1463040"/>
            <a:ext cx="3328416" cy="466344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BACKEND (NODE &amp; EXPRESS)</a:t>
            </a:r>
          </a:p>
          <a:p>
            <a:pPr>
              <a:spcBef>
                <a:spcPts val="1400"/>
              </a:spcBef>
              <a:defRPr b="1" sz="1300">
                <a:solidFill>
                  <a:srgbClr val="F8FAFC"/>
                </a:solidFill>
              </a:defRPr>
            </a:pPr>
            <a:r>
              <a:t>▶ Node.js Runtime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Event-driven asynchronous server environment.</a:t>
            </a:r>
          </a:p>
          <a:p>
            <a:pPr>
              <a:spcBef>
                <a:spcPts val="1400"/>
              </a:spcBef>
              <a:defRPr b="1" sz="1300">
                <a:solidFill>
                  <a:srgbClr val="F8FAFC"/>
                </a:solidFill>
              </a:defRPr>
            </a:pPr>
            <a:r>
              <a:t>▶ Express.js Framework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RESTful API routes handling user authentication &amp; data endpoints.</a:t>
            </a:r>
          </a:p>
          <a:p>
            <a:pPr>
              <a:spcBef>
                <a:spcPts val="1400"/>
              </a:spcBef>
              <a:defRPr b="1" sz="1300">
                <a:solidFill>
                  <a:srgbClr val="F8FAFC"/>
                </a:solidFill>
              </a:defRPr>
            </a:pPr>
            <a:r>
              <a:t>▶ JWT Authentication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Secure session tokens for user authentication and authorization.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19872" y="1463040"/>
            <a:ext cx="3328416" cy="466344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645920"/>
            <a:ext cx="29626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DATABASE &amp; CLOUD (MONGO)</a:t>
            </a:r>
          </a:p>
          <a:p>
            <a:pPr>
              <a:spcBef>
                <a:spcPts val="1400"/>
              </a:spcBef>
              <a:defRPr b="1" sz="1300">
                <a:solidFill>
                  <a:srgbClr val="F8FAFC"/>
                </a:solidFill>
              </a:defRPr>
            </a:pPr>
            <a:r>
              <a:t>▶ MongoDB Database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NoSQL document database storing user profiles and spot data.</a:t>
            </a:r>
          </a:p>
          <a:p>
            <a:pPr>
              <a:spcBef>
                <a:spcPts val="1400"/>
              </a:spcBef>
              <a:defRPr b="1" sz="1300">
                <a:solidFill>
                  <a:srgbClr val="F8FAFC"/>
                </a:solidFill>
              </a:defRPr>
            </a:pPr>
            <a:r>
              <a:t>▶ Render PaaS Deployment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Automated continuous cloud hosting pipeline.</a:t>
            </a:r>
          </a:p>
          <a:p>
            <a:pPr>
              <a:spcBef>
                <a:spcPts val="1400"/>
              </a:spcBef>
              <a:defRPr b="1" sz="1300">
                <a:solidFill>
                  <a:srgbClr val="F8FAFC"/>
                </a:solidFill>
              </a:defRPr>
            </a:pPr>
            <a:r>
              <a:t>▶ HTTPS / SSL Security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End-to-end encrypted web communication.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EXPLORELOCAL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3. Key Features &amp;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21208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🔐 Account Authentication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Secure login and signup workflows (`/signup`, `/login`) for traveler registration.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463040"/>
            <a:ext cx="521208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60020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📍 Intellectual Spot Discovery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Explore curated destinations focused on local heritage, literature, and history.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63240"/>
            <a:ext cx="521208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20040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📱 Modern Responsive UI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Clean visual styling with responsive cards, forms, and header navigation.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063240"/>
            <a:ext cx="521208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320040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🌐 24/7 Cloud Deployment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Hosted live on Render platform (`explorelocal-avns.onrender.com`).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663440"/>
            <a:ext cx="10789920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800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⚡ High Performance MERN Stack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Fast asynchronous API routing and lightweight web assets for instant page loads.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EXPLORELOCAL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4. User Workflow &amp; Execution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993392" cy="466344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171907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STEP 01</a:t>
            </a:r>
          </a:p>
          <a:p>
            <a:pPr>
              <a:spcBef>
                <a:spcPts val="800"/>
              </a:spcBef>
              <a:defRPr sz="1500" b="1">
                <a:solidFill>
                  <a:srgbClr val="F8FAFC"/>
                </a:solidFill>
              </a:defRPr>
            </a:pPr>
            <a:r>
              <a:t>Access Web App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Traveler opens https://explorelocal-avns.onrender.com/ in browser.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2907792" y="1463040"/>
            <a:ext cx="1993392" cy="466344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44952" y="1645920"/>
            <a:ext cx="171907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STEP 02</a:t>
            </a:r>
          </a:p>
          <a:p>
            <a:pPr>
              <a:spcBef>
                <a:spcPts val="800"/>
              </a:spcBef>
              <a:defRPr sz="1500" b="1">
                <a:solidFill>
                  <a:srgbClr val="F8FAFC"/>
                </a:solidFill>
              </a:defRPr>
            </a:pPr>
            <a:r>
              <a:t>User Registration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New traveler signs up or logs into account via `/signup`.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4064" y="1463040"/>
            <a:ext cx="1993392" cy="466344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21224" y="1645920"/>
            <a:ext cx="171907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STEP 03</a:t>
            </a:r>
          </a:p>
          <a:p>
            <a:pPr>
              <a:spcBef>
                <a:spcPts val="800"/>
              </a:spcBef>
              <a:defRPr sz="1500" b="1">
                <a:solidFill>
                  <a:srgbClr val="F8FAFC"/>
                </a:solidFill>
              </a:defRPr>
            </a:pPr>
            <a:r>
              <a:t>Browse Content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User explores local intellectual spots and travel destinations.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0336" y="1463040"/>
            <a:ext cx="1993392" cy="466344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97496" y="1645920"/>
            <a:ext cx="171907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STEP 04</a:t>
            </a:r>
          </a:p>
          <a:p>
            <a:pPr>
              <a:spcBef>
                <a:spcPts val="800"/>
              </a:spcBef>
              <a:defRPr sz="1500" b="1">
                <a:solidFill>
                  <a:srgbClr val="F8FAFC"/>
                </a:solidFill>
              </a:defRPr>
            </a:pPr>
            <a:r>
              <a:t>Express API Logic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Node.js server processes request, authenticates JWT, and queries database.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36608" y="1463040"/>
            <a:ext cx="1993392" cy="466344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73768" y="1645920"/>
            <a:ext cx="171907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STEP 05</a:t>
            </a:r>
          </a:p>
          <a:p>
            <a:pPr>
              <a:spcBef>
                <a:spcPts val="800"/>
              </a:spcBef>
              <a:defRPr sz="1500" b="1">
                <a:solidFill>
                  <a:srgbClr val="F8FAFC"/>
                </a:solidFill>
              </a:defRPr>
            </a:pPr>
            <a:r>
              <a:t>React Render Response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React frontend displays dynamic UI views and personalized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EXPLORELOCAL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5. Future Scope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212080" cy="4663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🚀 Future Enhancements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AI Destination Engine: </a:t>
            </a:r>
            <a:r>
              <a:rPr b="0">
                <a:solidFill>
                  <a:srgbClr val="94A3B8"/>
                </a:solidFill>
              </a:rPr>
              <a:t>Machine learning recommendations based on traveler preferences.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Interactive Maps: </a:t>
            </a:r>
            <a:r>
              <a:rPr b="0">
                <a:solidFill>
                  <a:srgbClr val="94A3B8"/>
                </a:solidFill>
              </a:rPr>
              <a:t>Embedded Mapbox/Google Maps integration for live route discovery.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Community Travel Guides: </a:t>
            </a:r>
            <a:r>
              <a:rPr b="0">
                <a:solidFill>
                  <a:srgbClr val="94A3B8"/>
                </a:solidFill>
              </a:rPr>
              <a:t>Allow local historians &amp; travelers to post verified recommendations.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Mobile App Release: </a:t>
            </a:r>
            <a:r>
              <a:rPr b="0">
                <a:solidFill>
                  <a:srgbClr val="94A3B8"/>
                </a:solidFill>
              </a:rPr>
              <a:t>Dedicated React Native mobile app with offline travel access.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5212080" cy="466344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🏁 Conclusion &amp; Impact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Meaningful Travel: </a:t>
            </a:r>
            <a:r>
              <a:rPr b="0">
                <a:solidFill>
                  <a:srgbClr val="94A3B8"/>
                </a:solidFill>
              </a:rPr>
              <a:t>ExploreLocal transforms tourism into an enriching intellectual journey.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Cloud Deployment: </a:t>
            </a:r>
            <a:r>
              <a:rPr b="0">
                <a:solidFill>
                  <a:srgbClr val="94A3B8"/>
                </a:solidFill>
              </a:rPr>
              <a:t>Successfully hosted on Render PaaS platform for reliable access.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Scalable MERN Architecture: </a:t>
            </a:r>
            <a:r>
              <a:rPr b="0">
                <a:solidFill>
                  <a:srgbClr val="94A3B8"/>
                </a:solidFill>
              </a:rPr>
              <a:t>Modern MERN codebase structured for modular expansion.</a:t>
            </a:r>
          </a:p>
          <a:p>
            <a:pPr>
              <a:spcBef>
                <a:spcPts val="1000"/>
              </a:spcBef>
              <a:defRPr b="1" sz="1200">
                <a:solidFill>
                  <a:srgbClr val="F8FAFC"/>
                </a:solidFill>
              </a:defRPr>
            </a:pPr>
            <a:r>
              <a:t>• User Experience: </a:t>
            </a:r>
            <a:r>
              <a:rPr b="0">
                <a:solidFill>
                  <a:srgbClr val="94A3B8"/>
                </a:solidFill>
              </a:rPr>
              <a:t>Delivers a clean, intuitive platform for local spot discovery.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